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Care Wrapped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90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Architecture Review — Static JSON launch on my.autocare.org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0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scope and what we are deferring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Architecture: SPA, API, Impexium SSO, static JSON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 and 7-company launch cohort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and embed on my.autocare.org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questions we need answered to ship Phase 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Owners, decisions, and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9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scope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0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Phase 1 delivers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Wrapped experience embedded on my.autocare.org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Impexium SSO — members see their company report after login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API serves one JSON report per company from static files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launch companies with real (manually entered) metrics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Factbook metrics hardcoded in JSON until Factbook API exists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JSON contract we will use when Snowflake goes live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0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Phase 1 does NOT include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Snowflake queries (Phase 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Factbook API integration (Phase 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 report generation for all members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company ID selection (security risk — never allowed)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Changes to Impexium core — link or embed only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9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0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components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Wrapped SPA — React/Vite static build (`npm run build` → `dist/`)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layer — `GET /api/wrapped/report` + health check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Impexium / my.autocare.org — SSO, session, portal embed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JSON files — one file per company in launch cohort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Future: Snowflake secure view + Factbook API (same JSON out)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0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request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0020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 visits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my.autocare.org/wrapped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84832" y="1691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01D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331720" y="1371600"/>
            <a:ext cx="160020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5087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Impexium SSO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(session cookie)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59352" y="1691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01D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06240" y="1371600"/>
            <a:ext cx="160020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5087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Wrapped SPA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(React static build)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33872" y="169164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01D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80760" y="1371600"/>
            <a:ext cx="160020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50876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/api/wrapped/report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(JSON file lookup)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</a:rPr>
              <a:t>Key point: </a:t>
            </a:r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</a:rPr>
              <a:t>The browser never reads JSON files directly. SSO determines company ID; the API returns the matching static JSON.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</a:rPr>
              <a:t>Phase 2 swap: </a:t>
            </a:r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Replace file lookup with Snowflake query — same JSON response shape, no SPA changes.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0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ID comes from SSO session only — never from the browser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validates session before returning any report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Companies not in launch cohort receive HTTP 404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Snowflake credentials stay server-side (Phase 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Same-origin API preferred: `/api/wrapped/report` with session cookie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9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JSON data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0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static JSON for launch?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on my.autocare.org without waiting for Snowflake pipeline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UX, copy, and embed with real company metrics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converts CSV/JSON → one file per company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contract is frozen — Snowflake replaces file read later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Artifacts: `example.wrapped-report.json`, CSV template, TypeScript types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0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report sections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Launch source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Phase 2 source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company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Static JSON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Snowflake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ID must match Impexium org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journey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Static JSON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Snowflake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Includes community names list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events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Static JSON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Snowflake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webinarCount = total webinars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products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Static JSON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Snowflake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TrendLens, DemandIndex, Academy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factbook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Hardcoded JSON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Factbook API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Separate source at launch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standards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Static JSON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Snowflake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Subscribed products, not missing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0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7-company launch cohort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Impexium org ID for each company → `company.id`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JSON file per company (e.g. `dayco-inc.json`)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metrics from internal data / stakeholder spreadsheet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Factbook block entered manually per company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maps authenticated org → correct JSON file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other members: friendly “report not available” (404)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9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on my.autocare.org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0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SPA static files to agreed path (e.g. `/wrapped/`)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SPA fallback so client routes work on refresh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hosted on same domain or trusted subdomain (cookie/SSO)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Impexium portal: link or iframe to Wrapped URL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GitHub → Impexium deploy — separate hosting for `dist/`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Staging environment before production cutover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9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to answer</a:t>
            </a:r>
            <a:endParaRPr lang="en-US" sz="3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0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&amp; hosting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the production URL? (e.g. `my.autocare.org/wrapped`)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deploys the SPA static build and who owns the server?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does `GET /api/wrapped/report` run — existing API service or new?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we need a subpath base URL config (`/wrapped/`)?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the staging URL and who provisions it?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 fallback and cache headers — any CDN or WAF rules?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2926080" cy="4114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Owner: Auto Care Infrastructure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0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Impexium SSO &amp; embed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we embed Wrapped in my.autocare.org — new nav link, iframe, or standalone URL?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SSO protocol is in use (OAuth2, SAML, OpenID Connect)?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claim gives us the company/org ID after login?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org ID match our JSON `company.id` naming?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model: shared cookie domain or token exchange via BFF?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Redirect URLs to register for dev, staging, and production?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Org-level access only — any user-level restrictions?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2926080" cy="4114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Owner: Impexium / re:members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0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&amp; static JSON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builds the Phase 1 API that reads JSON files by org ID?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do JSON files live in deployment (filesystem, blob, config repo)?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we update JSON without redeploying the SPA?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404 vs empty report for companies outside the 7-company cohort?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provides verified metrics for each launch company?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to correct data if a member disputes a number?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2926080" cy="4114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Owner: Development + Data team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0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Content, QA &amp; sign-off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approves copy variants (zero events, low/high engagement)?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7 companies are in the launch cohort — names and Impexium IDs?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UAT plan: who tests each company scenario before go-live?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target for report API (e.g. &lt; 2s)?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Marketing/comms plan for launch announcement?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Rollback plan if SSO or API fails in production?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2926080" cy="4114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Owner: Product + Marketing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0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 &amp; owners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601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Decision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Target date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Production URL &amp; hosting path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Open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SSO claim → company ID mapping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Open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Phase 1 API owner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Open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7 launch companies + JSON data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Open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Impexium embed / nav link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Open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Staging UAT sign-off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</a:rPr>
                        <a:t>Open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55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0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→ Phase 2 path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SSO + API reads static JSON files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API queries Snowflake secure view, same JSON shape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Factbook API replaces hardcoded factbook block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unchanged between phases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Discovery docs: snowflake-column-mapping.md, discovery-checklist.md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0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Artifacts in repo (share with team)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SPA: React/Vite app — `npm run build` produces deployable `dist/`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example: `data/reports/example.wrapped-report.json`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template: `docs/wrapped-report-data-template.csv`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Types: `src/types/wrappedReport.ts`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mock API: `server/mock-api.ts`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brief: `docs/architecture-brief.html`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90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owners and dates for each open question before we leave the room.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 Care Wrapped — Phase 1 Architecture Review</dc:title>
  <dc:subject>PptxGenJS Presentation</dc:subject>
  <dc:creator>Auto Care Association</dc:creator>
  <cp:lastModifiedBy>Auto Care Association</cp:lastModifiedBy>
  <cp:revision>1</cp:revision>
  <dcterms:created xsi:type="dcterms:W3CDTF">2026-06-12T13:16:11Z</dcterms:created>
  <dcterms:modified xsi:type="dcterms:W3CDTF">2026-06-12T13:16:11Z</dcterms:modified>
</cp:coreProperties>
</file>